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78A0-643E-4984-8877-3B0379D11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CD1EB-23CE-4808-8CDB-E28DE23E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6F87F-871C-4CDC-8F0B-7FF09ED3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B8660-478F-45FD-A08E-03E097F7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DA2A2-CB0D-4540-9360-51FD3D23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686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A912-7143-41FF-88D2-3FB215AB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41FD-89FB-4599-9F91-DAB10D13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4E470-D664-44D1-8BF0-8843CFB7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23DC4-24D4-4EB8-8400-1164DD8A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30CED-93B3-4AA8-8898-F1B73DFC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409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1A5DB-F8B1-4F16-A259-716D173BB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FFA9C-C8FB-4EFD-A7D6-F8311BCDB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7A11-8D3E-4FB1-93AB-DD01C465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60307-0632-4550-812E-13140C7A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06F38-CA99-4022-A069-19CFBBB6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11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275A-8B86-49CF-A3E5-D3217DAD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6A2C-4243-415C-8FA7-DE5FED081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26D1D-B7B7-4DFA-9296-1B02F30CF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57F48-3174-4B3A-AB4F-BA4C5A85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0E0BA-9981-4B53-897E-1C12E86F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58A00-45E4-46B7-9F8E-8CA0272F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530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F72D-64B3-4512-99E9-DFA1882B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98F89-8616-489F-BE3D-D61176F09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945EF-F2E4-41DC-B1C1-E8B357383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F1DF1D-A0C7-4257-BD47-E5204639C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C0528-6FF3-47C7-8EF5-1BF5BEF5D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7EA63C-55E9-4759-A5CC-F9BD52E6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B06AD-695E-415E-99C6-749F5077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16325-FA1E-41A8-9263-B34F8EBC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224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5951-B6A7-4A40-86FD-2E22261F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0ABC0-69F3-4101-8889-310F89C0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96A16-A5FE-43B3-A13A-614D1FD9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B4FD4-AE2A-4318-83C7-170B28AF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362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C5A117-88B9-4284-AC25-EEAE39E6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273BD-3EF9-4FB3-A6DD-16C4FB25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5AB8B-C0F7-463A-A521-8E39ECD9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78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3614-8B9C-43A9-9C41-48FB373F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0F2C4-9577-4261-B5F0-489E7B76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7E436-E2DC-4530-9AEE-CBAC777F9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C125B-3291-4E58-A86E-24BC897A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355D6-4ECB-4C57-8302-3D337569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354F1-1BF1-410C-91A8-9A6EF49E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293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01A7-94B5-4E11-B38B-51422B63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FA737-C19C-451E-9E24-D26732885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CA2CB-A4C2-437A-BDED-106FC9545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4AC51-E0BC-4E41-AD6D-D15DEBD6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8310C-CA15-4BB4-BA10-1B826C03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43EEB-DCFB-43F0-8527-D9982DD5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122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769F-4F6D-461A-B54F-6076D67D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EA429-BADA-4543-BF78-374A8FF9A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7C77E-BED4-432E-AB25-C795EC0E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E104D-DA60-4164-8F10-1B9D9B5D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99173-4FE3-460B-AF21-7EF16D66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86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6E5A1-EE35-4C6D-9B06-C5129CBF0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8754A-C7D5-4453-9C00-9184E24FD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1232-697F-483B-A98B-F4509386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BEC9B-A459-43C9-B8F8-B4D45C39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C99C-C23A-4FA1-AB1B-350CDDC1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072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8D754-1E3E-4556-AE16-9F492881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0F1BC-034D-41DF-A33C-3FAE8FAB4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51CB6-34A5-48F5-AE31-293880B45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A89FD-2B65-4144-8528-2352BEB4A66A}" type="datetimeFigureOut">
              <a:rPr lang="en-ZA" smtClean="0"/>
              <a:t>2018/09/14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F4F4D-20C8-4B9F-96FE-668F02A32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AE7ED-7221-4723-96A8-AAD8F217D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5A78C-0748-4816-80BA-737A47DF41D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779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rawing of a person&#10;&#10;Description generated with high confidence">
            <a:extLst>
              <a:ext uri="{FF2B5EF4-FFF2-40B4-BE49-F238E27FC236}">
                <a16:creationId xmlns:a16="http://schemas.microsoft.com/office/drawing/2014/main" id="{E6C72687-DAC6-48BB-B610-8BE282608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19" y="1452244"/>
            <a:ext cx="10680962" cy="39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7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34C623-A30B-4C6B-9984-023497F1A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68" y="766925"/>
            <a:ext cx="10321664" cy="532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CC3C89AA-B13C-4FC0-AB3C-A7AEB17A3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389" y="159327"/>
            <a:ext cx="7245221" cy="65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9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1052043-C77C-49FC-B5E9-2D22FB68A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11" y="585748"/>
            <a:ext cx="10565177" cy="568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4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90C73E-E536-46AC-B63B-515DC966D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42" y="862103"/>
            <a:ext cx="11415515" cy="513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2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659B047-CD29-40F3-8861-89B3CE8EC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1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B79BB-4985-4C7C-819E-E8C05B42C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7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28430093</dc:creator>
  <cp:lastModifiedBy>28430093</cp:lastModifiedBy>
  <cp:revision>3</cp:revision>
  <dcterms:created xsi:type="dcterms:W3CDTF">2018-09-08T17:43:32Z</dcterms:created>
  <dcterms:modified xsi:type="dcterms:W3CDTF">2018-09-14T18:45:49Z</dcterms:modified>
</cp:coreProperties>
</file>